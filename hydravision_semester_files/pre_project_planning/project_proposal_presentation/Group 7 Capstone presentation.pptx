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Montserrat"/>
      <p:regular r:id="rId9"/>
      <p:bold r:id="rId10"/>
      <p:italic r:id="rId11"/>
      <p:boldItalic r:id="rId12"/>
    </p:embeddedFont>
    <p:embeddedFont>
      <p:font typeface="La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italic.fntdata"/><Relationship Id="rId10" Type="http://schemas.openxmlformats.org/officeDocument/2006/relationships/font" Target="fonts/Montserrat-bold.fntdata"/><Relationship Id="rId13" Type="http://schemas.openxmlformats.org/officeDocument/2006/relationships/font" Target="fonts/Lato-regular.fntdata"/><Relationship Id="rId12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regular.fntdata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6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a7b11879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a7b11879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a7b11879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a7b11879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Hydra Vision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11700" y="2834125"/>
            <a:ext cx="8520600" cy="21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James Miles (Project Manager, Software Developer)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Jame</a:t>
            </a:r>
            <a:r>
              <a:rPr lang="en"/>
              <a:t>s</a:t>
            </a:r>
            <a:r>
              <a:rPr lang="en"/>
              <a:t> Headrick (Software Developer, Backend Developer)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 Adams (Software Developer, QA tester)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Aria Varwig (Software Developer, Frontend)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Emma Jepson (Software Developer, Backend Developer)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Shem De Leon (Software Developer, QA tester)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Christopher McCarthy (Software Developer, QA tester)</a:t>
            </a:r>
            <a:br>
              <a:rPr lang="en"/>
            </a:br>
            <a:r>
              <a:rPr lang="en"/>
              <a:t>Jayshon Vernor (Software Developer, QA tester)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name: Hydra Vision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Objectives &amp; Motivations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Create a Command and Control system for controlling search and rescue robots.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Be able to support multiple robots at the same time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Computer vision to recognize humans within a search area</a:t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35779">
            <a:off x="6399650" y="1152475"/>
            <a:ext cx="1856700" cy="185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Plan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311700" y="572700"/>
            <a:ext cx="8520600" cy="39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used: </a:t>
            </a:r>
            <a:r>
              <a:rPr lang="en"/>
              <a:t>Turtle</a:t>
            </a:r>
            <a:r>
              <a:rPr lang="en"/>
              <a:t> Bot, Amazon Racer, Python, ROS, Cpp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Development Schedule: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Hardware setup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Initial software and backend development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Feature implementation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Quality assurance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Present Deliverables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Role Responsibilities: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Project Manager: Timeline &amp; Git Repository Management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Software Developer: Computer Vision, Algorithm &amp; Training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Backend: Command Center-to-Robot Communication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Frontend: Command Center Interface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QA: Git Pipeline and Testing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